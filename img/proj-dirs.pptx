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0" d="100"/>
          <a:sy n="110" d="100"/>
        </p:scale>
        <p:origin x="1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9AE9EC-3CF1-1156-0635-A6D14B1C861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D7432-C2D4-BBAF-0820-0F14732D3B1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404E8-7DE8-2869-BBD7-DD215EC382B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7D237-863D-D8C0-F868-B64F554DE10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342E9543-6FB4-8249-BF34-07E023338F5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61927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7AE2D-271F-49BA-71F9-4656579BF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EFD65-C480-3BF1-58ED-D0DFF767888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B19858-C5FB-DA26-D12D-EAAE9C2F9D5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43994-82AE-AF48-1DE5-7AD3AF08709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03D9D-B09D-E6B4-36FA-48E4B50A8A1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26E1-13B9-5634-0D36-FFB3A8F67B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8679B74-E2A3-F541-9CEF-62D92641B9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2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1246A-FFA2-4764-58ED-F48DE2EB58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98D3A5-12E7-F346-8BB5-5C1A90388805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C1B90-B2CC-D335-514C-A64C6E7ACD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56D59-A1E4-5949-778E-5D52C1F515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F10CF-C703-1263-27E3-442BD78251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164EB6-BC7D-F247-8586-FED1FC243B3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34082-EDA9-ECB9-5535-F4512AAAB2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1D7E8-B5A7-5532-2CB6-3D00756766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EE160-A5EE-93EB-55D6-78B98310F6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64C2108-BE2F-6F4B-AAF2-AA3933809E03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3137E-6BB2-86D1-E0B4-D819F88E07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179FA-733E-DC4C-5624-E872378142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B5B87-343D-C10D-D273-AC045A2069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2FB754-1E6C-3946-AA69-23EE8E5B58B1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A93B1-5309-BBC2-6300-B19032DBEC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C6B43-555C-BED9-D241-2EB320B8DD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294E-E32A-C0F5-ED36-72C1C2A581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5A3793C-F7A9-4B4D-A253-176474ED6154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BA690-F497-0D7D-58C9-40B7046E46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2A4C5-77AE-74EC-E690-A4BF610639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D4CA6-88A5-C53B-513C-7BD5D45CA2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780DC29-FCFF-644B-82F6-CEE9A7DF1002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DCAA0-7D75-6561-E8FA-67FE22F3A68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47F6A-18FC-4715-D1D5-D5EB7210D9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4D10-DB2B-839E-1FC2-41A59CA08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60492-776C-0E9D-E3E6-D8073D80F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9FEC-F4DC-085A-EF32-C7F537B7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3DD9-5013-BA50-50A2-B1185ED4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9F65A-C7EC-026F-B380-DB02BC4C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CB0365-78E2-C648-942A-AD65CEADE7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0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A0A8-C7E5-0BC0-8539-8F8D8F9C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B9FB-40AE-F099-605D-C62D8AC0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5E54-A51A-E1E8-BBC8-0265679B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0CB2-1456-28A1-3625-E41587C5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4E44-6708-11BB-58E0-8F1EE2F2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B58F24-45A2-8340-AA12-AC955F06A3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49E8-17C6-F216-0FE6-E6E822CD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7539-4A14-B171-009F-919CD8F0A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A420-6A76-2079-4A8B-68FD29B1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627B-2311-E2BC-A2DF-ADD7D519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89775-5001-A288-272D-6C00DE94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484923-90E0-3847-BDCD-FCD64C9A9D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7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077A-561B-A762-5B4C-37AD1821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1F603-09BB-03B8-83B9-0E3FE0B72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CDB87-3DC5-BA14-7A3C-8B829D070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1E90-D3BF-4B33-FDF4-70B08A6A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7D217-2496-4892-C938-D75CC28C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2C6CF-5338-35B1-7883-3A6CDD78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1883B1-BB22-D448-B0DF-627D3FC736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3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1157-2229-618B-D384-F67B42F9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FD600-85E6-ED59-FC0A-285DAFB8E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0FFF1-F28D-6B0C-2AAD-9CCCFC2BE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6A336-D20B-F925-8A27-01B855C65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9877E-AF57-2AFF-1FE2-80462286E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FA79F-0DC3-2F74-EFCE-D37C0173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BC6BB-562B-B82C-885C-FCE3B800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DFD6D-10A4-EBFB-343E-3AB2DF89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021B0E-25F9-004B-AD5C-40A782F0CF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6BF6-B26A-DD70-6DD9-D981A7A9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F45D7-7C49-95BE-41F8-C9C373A4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D3E20-B6AF-1033-1238-DCB07907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94B88-99E5-1D62-1118-F40BA86B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0B0A89-EABE-3149-BD06-AB683EBF93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754D0-3E6D-DF8F-C555-5587810A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4FF24-F506-7F29-6BC5-0CB68DDC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9799F-7D7F-3F95-4F04-42B539D6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613160-DE4F-F245-AD6F-B09446B55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935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4721-0767-A5B8-551D-1545122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508B-7DCA-1F96-5E1A-25F94F9E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3BB59-7B4C-DCEA-A46C-1293B698F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5988E-9B94-8537-5A94-21BF5357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90EAE-0DF7-A3A7-23DE-B46F4E6C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AF5E-E537-3B5D-4B44-04AED782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1A60C3-3915-3846-8557-CA8EE3DED3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8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3B89-C2B5-6268-45BD-EF085FF0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ABFBC-C730-F9F2-DDE1-B9849CAC5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554C-03C3-35A6-F9B6-E52DBA165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B533-CF8E-CCF8-562A-0D45D13B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F4189-2FB5-0AEC-5885-595FBB7F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B2CA5-DD6C-9CAF-DFF9-60C420AF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894877-E524-804C-86F1-D1073D20B0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9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B034-234A-AB7F-2F8F-C714D468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D8D53-962C-EAD7-FCFF-504F7DF93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EAE6-392A-CD41-1342-1D987A47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D26CD-C405-4758-0187-A0FA1123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99237-16D1-A13B-5E0D-27785EF5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356742-C9D2-8448-8DF3-2AC639B206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2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2D50A-7D3C-3DAC-D97E-2094BB135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8BEDF-0F44-3C50-C15F-721021696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EE63-A36D-0D34-2B26-51CA3CD2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9AB7-D9D0-AA32-1805-27F28893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8946-07B0-DD00-E200-144A7725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8C3500-2317-3F49-B4E8-D2B55F4DF3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4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77C53-70D5-4693-CAA0-6BA9E7C5AD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53B5F-0125-79C7-2D50-74BFE7F13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5D13E-7075-86B5-B3F1-C64EBAE117F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6AD51-BD4B-84F4-474B-109C5D94500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6800"/>
            <a:ext cx="319500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68167-EACE-D0F9-4754-32A5E5ED580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E3F4A7C-0F41-B64F-A268-49BC45A161B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58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888"/>
        </a:spcBef>
        <a:spcAft>
          <a:spcPts val="0"/>
        </a:spcAft>
        <a:tabLst/>
        <a:defRPr lang="en-US" sz="42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44AA443D-5542-C506-9F0C-34651CFA35E8}"/>
              </a:ext>
            </a:extLst>
          </p:cNvPr>
          <p:cNvGrpSpPr/>
          <p:nvPr/>
        </p:nvGrpSpPr>
        <p:grpSpPr>
          <a:xfrm>
            <a:off x="353880" y="438120"/>
            <a:ext cx="5902672" cy="3667680"/>
            <a:chOff x="353880" y="438120"/>
            <a:chExt cx="5902672" cy="366768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913FC72B-1BA5-216F-70E8-D09C211971FB}"/>
                </a:ext>
              </a:extLst>
            </p:cNvPr>
            <p:cNvSpPr/>
            <p:nvPr/>
          </p:nvSpPr>
          <p:spPr>
            <a:xfrm>
              <a:off x="924840" y="190116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8445F28-2E86-14CF-A7F0-4CC36EFC9E12}"/>
                </a:ext>
              </a:extLst>
            </p:cNvPr>
            <p:cNvSpPr txBox="1"/>
            <p:nvPr/>
          </p:nvSpPr>
          <p:spPr>
            <a:xfrm>
              <a:off x="1052280" y="213948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D1A2546-4FFF-BE61-0DA0-2C7708EB8FBD}"/>
                </a:ext>
              </a:extLst>
            </p:cNvPr>
            <p:cNvSpPr/>
            <p:nvPr/>
          </p:nvSpPr>
          <p:spPr>
            <a:xfrm>
              <a:off x="4021200" y="19015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F1B9D4-3914-EC18-5E5B-1B4F1E4626EA}"/>
                </a:ext>
              </a:extLst>
            </p:cNvPr>
            <p:cNvSpPr txBox="1"/>
            <p:nvPr/>
          </p:nvSpPr>
          <p:spPr>
            <a:xfrm>
              <a:off x="4148639" y="213984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CB2368F-8D87-13EE-B5E4-F9070A38E470}"/>
                </a:ext>
              </a:extLst>
            </p:cNvPr>
            <p:cNvSpPr/>
            <p:nvPr/>
          </p:nvSpPr>
          <p:spPr>
            <a:xfrm>
              <a:off x="2506680" y="4381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182BA8-8AFB-0B50-E607-01AC7E31E8B4}"/>
                </a:ext>
              </a:extLst>
            </p:cNvPr>
            <p:cNvSpPr txBox="1"/>
            <p:nvPr/>
          </p:nvSpPr>
          <p:spPr>
            <a:xfrm>
              <a:off x="2762763" y="675360"/>
              <a:ext cx="787436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8D46530D-C833-8E37-F382-E28E0D2D2D0D}"/>
                </a:ext>
              </a:extLst>
            </p:cNvPr>
            <p:cNvSpPr/>
            <p:nvPr/>
          </p:nvSpPr>
          <p:spPr>
            <a:xfrm>
              <a:off x="3706200" y="126108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293E3C2E-2738-6013-D333-01BDE3738DDF}"/>
                </a:ext>
              </a:extLst>
            </p:cNvPr>
            <p:cNvSpPr/>
            <p:nvPr/>
          </p:nvSpPr>
          <p:spPr>
            <a:xfrm flipH="1">
              <a:off x="833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B49E3F65-3A29-F4C1-1963-D0DAC8516CD9}"/>
                </a:ext>
              </a:extLst>
            </p:cNvPr>
            <p:cNvSpPr/>
            <p:nvPr/>
          </p:nvSpPr>
          <p:spPr>
            <a:xfrm>
              <a:off x="1656360" y="272412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3B4E8F3-1B77-B3FB-6E81-FE2F59950AF7}"/>
                </a:ext>
              </a:extLst>
            </p:cNvPr>
            <p:cNvSpPr/>
            <p:nvPr/>
          </p:nvSpPr>
          <p:spPr>
            <a:xfrm>
              <a:off x="35388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4D7A18F-E3A3-50DF-F7E4-011E2F88B41C}"/>
                </a:ext>
              </a:extLst>
            </p:cNvPr>
            <p:cNvSpPr/>
            <p:nvPr/>
          </p:nvSpPr>
          <p:spPr>
            <a:xfrm>
              <a:off x="130896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9C5081-73D3-5F3A-3453-7B6C5693766A}"/>
                </a:ext>
              </a:extLst>
            </p:cNvPr>
            <p:cNvSpPr/>
            <p:nvPr/>
          </p:nvSpPr>
          <p:spPr>
            <a:xfrm>
              <a:off x="2262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395F2928-D971-5F09-4028-1FB4FFCF13D2}"/>
                </a:ext>
              </a:extLst>
            </p:cNvPr>
            <p:cNvSpPr/>
            <p:nvPr/>
          </p:nvSpPr>
          <p:spPr>
            <a:xfrm>
              <a:off x="1985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F832C5EE-4553-2173-E9D3-91BB120D5CF4}"/>
                </a:ext>
              </a:extLst>
            </p:cNvPr>
            <p:cNvSpPr/>
            <p:nvPr/>
          </p:nvSpPr>
          <p:spPr>
            <a:xfrm flipH="1">
              <a:off x="3924719" y="272448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EE3F99E-0B6C-6E48-96BF-A7887E068025}"/>
                </a:ext>
              </a:extLst>
            </p:cNvPr>
            <p:cNvSpPr/>
            <p:nvPr/>
          </p:nvSpPr>
          <p:spPr>
            <a:xfrm>
              <a:off x="4747680" y="272448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4E5BB08-4AAB-9CDB-3927-213C6665A368}"/>
                </a:ext>
              </a:extLst>
            </p:cNvPr>
            <p:cNvSpPr/>
            <p:nvPr/>
          </p:nvSpPr>
          <p:spPr>
            <a:xfrm>
              <a:off x="344520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51BE80-D5DE-51F7-7765-1E8915579206}"/>
                </a:ext>
              </a:extLst>
            </p:cNvPr>
            <p:cNvSpPr txBox="1"/>
            <p:nvPr/>
          </p:nvSpPr>
          <p:spPr>
            <a:xfrm>
              <a:off x="3517200" y="35308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EC6943C-5106-D75A-5802-24E66B1B6B1F}"/>
                </a:ext>
              </a:extLst>
            </p:cNvPr>
            <p:cNvSpPr/>
            <p:nvPr/>
          </p:nvSpPr>
          <p:spPr>
            <a:xfrm>
              <a:off x="440028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2A306CC-3AC6-2690-4E5B-8BC1AC26585A}"/>
                </a:ext>
              </a:extLst>
            </p:cNvPr>
            <p:cNvSpPr/>
            <p:nvPr/>
          </p:nvSpPr>
          <p:spPr>
            <a:xfrm>
              <a:off x="5353920" y="340199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094BD31D-9362-4983-DD52-8193A27BE82A}"/>
                </a:ext>
              </a:extLst>
            </p:cNvPr>
            <p:cNvSpPr/>
            <p:nvPr/>
          </p:nvSpPr>
          <p:spPr>
            <a:xfrm>
              <a:off x="5076720" y="272448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CA96C9B1-3DB9-0A3D-D1A2-6AB7A09D3766}"/>
                </a:ext>
              </a:extLst>
            </p:cNvPr>
            <p:cNvSpPr/>
            <p:nvPr/>
          </p:nvSpPr>
          <p:spPr>
            <a:xfrm flipH="1">
              <a:off x="1582199" y="1261440"/>
              <a:ext cx="1005841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AD1CAD-8D90-D005-46CA-24CB2450155E}"/>
                </a:ext>
              </a:extLst>
            </p:cNvPr>
            <p:cNvSpPr txBox="1"/>
            <p:nvPr/>
          </p:nvSpPr>
          <p:spPr>
            <a:xfrm>
              <a:off x="445320" y="35470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D9D45D-495F-610E-014B-2C9655869BF1}"/>
                </a:ext>
              </a:extLst>
            </p:cNvPr>
            <p:cNvSpPr txBox="1"/>
            <p:nvPr/>
          </p:nvSpPr>
          <p:spPr>
            <a:xfrm>
              <a:off x="22730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AFF69A-B73F-1748-3264-55A9C865C36F}"/>
                </a:ext>
              </a:extLst>
            </p:cNvPr>
            <p:cNvSpPr txBox="1"/>
            <p:nvPr/>
          </p:nvSpPr>
          <p:spPr>
            <a:xfrm>
              <a:off x="43988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1EC365-8608-C23B-3B76-123790613E75}"/>
                </a:ext>
              </a:extLst>
            </p:cNvPr>
            <p:cNvSpPr txBox="1"/>
            <p:nvPr/>
          </p:nvSpPr>
          <p:spPr>
            <a:xfrm>
              <a:off x="5361592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969566-5812-653C-4B7F-6B895CC60434}"/>
                </a:ext>
              </a:extLst>
            </p:cNvPr>
            <p:cNvSpPr txBox="1"/>
            <p:nvPr/>
          </p:nvSpPr>
          <p:spPr>
            <a:xfrm>
              <a:off x="1281960" y="3530880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723F2FB7-F1FC-D39A-56F9-600110180554}"/>
              </a:ext>
            </a:extLst>
          </p:cNvPr>
          <p:cNvGrpSpPr/>
          <p:nvPr/>
        </p:nvGrpSpPr>
        <p:grpSpPr>
          <a:xfrm>
            <a:off x="349200" y="438480"/>
            <a:ext cx="8987701" cy="5286240"/>
            <a:chOff x="349200" y="438480"/>
            <a:chExt cx="8987701" cy="528624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93451F67-758A-8906-688C-FF17659B3F66}"/>
                </a:ext>
              </a:extLst>
            </p:cNvPr>
            <p:cNvSpPr/>
            <p:nvPr/>
          </p:nvSpPr>
          <p:spPr>
            <a:xfrm>
              <a:off x="2507040" y="438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184BAE4-0033-C0F0-3F8B-7D182D561719}"/>
                </a:ext>
              </a:extLst>
            </p:cNvPr>
            <p:cNvSpPr/>
            <p:nvPr/>
          </p:nvSpPr>
          <p:spPr>
            <a:xfrm>
              <a:off x="3450240" y="4337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B82E79-9C9C-3603-D25B-A2BC587DE4C0}"/>
                </a:ext>
              </a:extLst>
            </p:cNvPr>
            <p:cNvSpPr txBox="1"/>
            <p:nvPr/>
          </p:nvSpPr>
          <p:spPr>
            <a:xfrm>
              <a:off x="3530550" y="4461120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70307341-F626-A439-F6A9-22C38C645979}"/>
                </a:ext>
              </a:extLst>
            </p:cNvPr>
            <p:cNvSpPr/>
            <p:nvPr/>
          </p:nvSpPr>
          <p:spPr>
            <a:xfrm>
              <a:off x="3838680" y="493956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9E5F83-FCB5-B04A-338C-F36C9C4BBE80}"/>
                </a:ext>
              </a:extLst>
            </p:cNvPr>
            <p:cNvSpPr txBox="1"/>
            <p:nvPr/>
          </p:nvSpPr>
          <p:spPr>
            <a:xfrm>
              <a:off x="3240360" y="5289480"/>
              <a:ext cx="1390680" cy="4352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DDE465F0-4833-8443-C61D-23248BA94B7A}"/>
                </a:ext>
              </a:extLst>
            </p:cNvPr>
            <p:cNvSpPr/>
            <p:nvPr/>
          </p:nvSpPr>
          <p:spPr>
            <a:xfrm>
              <a:off x="6475680" y="731520"/>
              <a:ext cx="0" cy="493776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E4FAFE-799F-1547-DB59-92FF6F84C8CA}"/>
                </a:ext>
              </a:extLst>
            </p:cNvPr>
            <p:cNvSpPr txBox="1"/>
            <p:nvPr/>
          </p:nvSpPr>
          <p:spPr>
            <a:xfrm>
              <a:off x="6495120" y="1190520"/>
              <a:ext cx="2248734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~/project2/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data/seqs/S1.fastq.gz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254BF0-2C5E-66B3-2193-5E1A4719191B}"/>
                </a:ext>
              </a:extLst>
            </p:cNvPr>
            <p:cNvSpPr txBox="1"/>
            <p:nvPr/>
          </p:nvSpPr>
          <p:spPr>
            <a:xfrm>
              <a:off x="7115759" y="2933639"/>
              <a:ext cx="1225570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96A2DA31-B776-306D-8974-176FE8947A6D}"/>
                </a:ext>
              </a:extLst>
            </p:cNvPr>
            <p:cNvSpPr/>
            <p:nvPr/>
          </p:nvSpPr>
          <p:spPr>
            <a:xfrm flipH="1">
              <a:off x="7024320" y="2377440"/>
              <a:ext cx="16560" cy="328860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FC16EA7-A24C-9ED7-6CAC-F9314F38AF03}"/>
                </a:ext>
              </a:extLst>
            </p:cNvPr>
            <p:cNvSpPr/>
            <p:nvPr/>
          </p:nvSpPr>
          <p:spPr>
            <a:xfrm>
              <a:off x="920160" y="1896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54E908-8271-47E7-1BE1-09D4128FA58A}"/>
                </a:ext>
              </a:extLst>
            </p:cNvPr>
            <p:cNvSpPr txBox="1"/>
            <p:nvPr/>
          </p:nvSpPr>
          <p:spPr>
            <a:xfrm>
              <a:off x="1047600" y="213480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955CDF-D74C-BA13-579A-C51F43AB7136}"/>
                </a:ext>
              </a:extLst>
            </p:cNvPr>
            <p:cNvSpPr txBox="1"/>
            <p:nvPr/>
          </p:nvSpPr>
          <p:spPr>
            <a:xfrm>
              <a:off x="2758082" y="670680"/>
              <a:ext cx="787437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</a:p>
          </p:txBody>
        </p:sp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D4759749-5EFE-8AEF-DF0C-956069D7FD00}"/>
                </a:ext>
              </a:extLst>
            </p:cNvPr>
            <p:cNvSpPr/>
            <p:nvPr/>
          </p:nvSpPr>
          <p:spPr>
            <a:xfrm>
              <a:off x="3701520" y="125640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8B3E0884-CD42-82FB-139E-CB9342238D35}"/>
                </a:ext>
              </a:extLst>
            </p:cNvPr>
            <p:cNvSpPr/>
            <p:nvPr/>
          </p:nvSpPr>
          <p:spPr>
            <a:xfrm flipH="1">
              <a:off x="828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B131DF67-B846-57D6-7747-67225B034EF8}"/>
                </a:ext>
              </a:extLst>
            </p:cNvPr>
            <p:cNvSpPr/>
            <p:nvPr/>
          </p:nvSpPr>
          <p:spPr>
            <a:xfrm>
              <a:off x="1651680" y="271944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E832E77-1544-03D9-9A78-E417522CAFE4}"/>
                </a:ext>
              </a:extLst>
            </p:cNvPr>
            <p:cNvSpPr/>
            <p:nvPr/>
          </p:nvSpPr>
          <p:spPr>
            <a:xfrm>
              <a:off x="34920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4EAC8A9-EB5F-9D88-886D-0C9F7E9EFA65}"/>
                </a:ext>
              </a:extLst>
            </p:cNvPr>
            <p:cNvSpPr/>
            <p:nvPr/>
          </p:nvSpPr>
          <p:spPr>
            <a:xfrm>
              <a:off x="130428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8DE1152-0551-868A-EFC6-EA9214A17742}"/>
                </a:ext>
              </a:extLst>
            </p:cNvPr>
            <p:cNvSpPr/>
            <p:nvPr/>
          </p:nvSpPr>
          <p:spPr>
            <a:xfrm>
              <a:off x="2257920" y="33969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649326E8-D5D0-4F51-181D-A71B2E19BA7F}"/>
                </a:ext>
              </a:extLst>
            </p:cNvPr>
            <p:cNvSpPr/>
            <p:nvPr/>
          </p:nvSpPr>
          <p:spPr>
            <a:xfrm>
              <a:off x="1980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D046F948-5ED8-C83C-9E2D-1E81AFADEEEC}"/>
                </a:ext>
              </a:extLst>
            </p:cNvPr>
            <p:cNvSpPr/>
            <p:nvPr/>
          </p:nvSpPr>
          <p:spPr>
            <a:xfrm flipH="1">
              <a:off x="1577519" y="1256760"/>
              <a:ext cx="1005841" cy="640439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D92CE2-F475-4CD3-5B5F-1BF15FC2A237}"/>
                </a:ext>
              </a:extLst>
            </p:cNvPr>
            <p:cNvSpPr txBox="1"/>
            <p:nvPr/>
          </p:nvSpPr>
          <p:spPr>
            <a:xfrm>
              <a:off x="423799" y="354240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B1EAA1-AF94-2621-F137-FEE3DCF96414}"/>
                </a:ext>
              </a:extLst>
            </p:cNvPr>
            <p:cNvSpPr txBox="1"/>
            <p:nvPr/>
          </p:nvSpPr>
          <p:spPr>
            <a:xfrm>
              <a:off x="2238590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5" name="Straight Connector 24">
              <a:extLst>
                <a:ext uri="{FF2B5EF4-FFF2-40B4-BE49-F238E27FC236}">
                  <a16:creationId xmlns:a16="http://schemas.microsoft.com/office/drawing/2014/main" id="{0CFD0506-77B9-C27D-96BB-49643F5BF5DC}"/>
                </a:ext>
              </a:extLst>
            </p:cNvPr>
            <p:cNvSpPr/>
            <p:nvPr/>
          </p:nvSpPr>
          <p:spPr>
            <a:xfrm>
              <a:off x="3838680" y="400356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8C16AA-9E02-BC0D-DD1E-E46B6F445B64}"/>
                </a:ext>
              </a:extLst>
            </p:cNvPr>
            <p:cNvSpPr txBox="1"/>
            <p:nvPr/>
          </p:nvSpPr>
          <p:spPr>
            <a:xfrm>
              <a:off x="6495120" y="878400"/>
              <a:ext cx="284178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 (Home as ~):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9BB289-411B-7349-EF97-C60F507EF167}"/>
                </a:ext>
              </a:extLst>
            </p:cNvPr>
            <p:cNvSpPr txBox="1"/>
            <p:nvPr/>
          </p:nvSpPr>
          <p:spPr>
            <a:xfrm>
              <a:off x="7132320" y="2596320"/>
              <a:ext cx="1917359" cy="332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2F72C72-1F2A-F566-1A72-1594AB080CD6}"/>
                </a:ext>
              </a:extLst>
            </p:cNvPr>
            <p:cNvSpPr/>
            <p:nvPr/>
          </p:nvSpPr>
          <p:spPr>
            <a:xfrm>
              <a:off x="4016520" y="19018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5CE270-1007-21C2-54F4-D9170483AD4B}"/>
                </a:ext>
              </a:extLst>
            </p:cNvPr>
            <p:cNvSpPr txBox="1"/>
            <p:nvPr/>
          </p:nvSpPr>
          <p:spPr>
            <a:xfrm>
              <a:off x="4143959" y="214020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30" name="Straight Connector 29">
              <a:extLst>
                <a:ext uri="{FF2B5EF4-FFF2-40B4-BE49-F238E27FC236}">
                  <a16:creationId xmlns:a16="http://schemas.microsoft.com/office/drawing/2014/main" id="{EDA9DF49-91C2-95C4-16F6-23D75664E2F6}"/>
                </a:ext>
              </a:extLst>
            </p:cNvPr>
            <p:cNvSpPr/>
            <p:nvPr/>
          </p:nvSpPr>
          <p:spPr>
            <a:xfrm flipH="1">
              <a:off x="3920039" y="272484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1" name="Straight Connector 30">
              <a:extLst>
                <a:ext uri="{FF2B5EF4-FFF2-40B4-BE49-F238E27FC236}">
                  <a16:creationId xmlns:a16="http://schemas.microsoft.com/office/drawing/2014/main" id="{3EAB957C-030F-60B5-E7ED-A5627A6DC382}"/>
                </a:ext>
              </a:extLst>
            </p:cNvPr>
            <p:cNvSpPr/>
            <p:nvPr/>
          </p:nvSpPr>
          <p:spPr>
            <a:xfrm>
              <a:off x="4743000" y="272484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3CF13EB-7C3E-B7A3-66E8-5AC264B4D1AB}"/>
                </a:ext>
              </a:extLst>
            </p:cNvPr>
            <p:cNvSpPr/>
            <p:nvPr/>
          </p:nvSpPr>
          <p:spPr>
            <a:xfrm>
              <a:off x="344052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A6B839-72F9-AD86-AF15-A8C62F6031DE}"/>
                </a:ext>
              </a:extLst>
            </p:cNvPr>
            <p:cNvSpPr txBox="1"/>
            <p:nvPr/>
          </p:nvSpPr>
          <p:spPr>
            <a:xfrm>
              <a:off x="3512520" y="3531239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3768611-ECB6-3E6F-F664-E9D6E08E7070}"/>
                </a:ext>
              </a:extLst>
            </p:cNvPr>
            <p:cNvSpPr/>
            <p:nvPr/>
          </p:nvSpPr>
          <p:spPr>
            <a:xfrm>
              <a:off x="4395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0E84F-7682-0E8F-F57D-0F8B2405464B}"/>
                </a:ext>
              </a:extLst>
            </p:cNvPr>
            <p:cNvSpPr/>
            <p:nvPr/>
          </p:nvSpPr>
          <p:spPr>
            <a:xfrm>
              <a:off x="5349240" y="34023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6" name="Straight Connector 35">
              <a:extLst>
                <a:ext uri="{FF2B5EF4-FFF2-40B4-BE49-F238E27FC236}">
                  <a16:creationId xmlns:a16="http://schemas.microsoft.com/office/drawing/2014/main" id="{F1710C2E-6ABE-91EB-E386-737634A05481}"/>
                </a:ext>
              </a:extLst>
            </p:cNvPr>
            <p:cNvSpPr/>
            <p:nvPr/>
          </p:nvSpPr>
          <p:spPr>
            <a:xfrm>
              <a:off x="5072040" y="272484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4466C2-48C5-3BB2-FCC6-DFDA90332008}"/>
                </a:ext>
              </a:extLst>
            </p:cNvPr>
            <p:cNvSpPr txBox="1"/>
            <p:nvPr/>
          </p:nvSpPr>
          <p:spPr>
            <a:xfrm>
              <a:off x="4388400" y="353152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19315F-22D2-469E-47CB-B4067836DB1D}"/>
                </a:ext>
              </a:extLst>
            </p:cNvPr>
            <p:cNvSpPr txBox="1"/>
            <p:nvPr/>
          </p:nvSpPr>
          <p:spPr>
            <a:xfrm>
              <a:off x="5312215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B7E184-9746-5B52-C54F-FA4E914CDF35}"/>
                </a:ext>
              </a:extLst>
            </p:cNvPr>
            <p:cNvSpPr txBox="1"/>
            <p:nvPr/>
          </p:nvSpPr>
          <p:spPr>
            <a:xfrm>
              <a:off x="1284425" y="3528395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E05935BD-EDC7-72AD-CF55-AB04208A45AD}"/>
              </a:ext>
            </a:extLst>
          </p:cNvPr>
          <p:cNvGrpSpPr/>
          <p:nvPr/>
        </p:nvGrpSpPr>
        <p:grpSpPr>
          <a:xfrm>
            <a:off x="349200" y="438480"/>
            <a:ext cx="8987701" cy="5281560"/>
            <a:chOff x="349200" y="438480"/>
            <a:chExt cx="8987701" cy="528156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88858AAA-3AF1-252B-C1E8-D6144CD3264D}"/>
                </a:ext>
              </a:extLst>
            </p:cNvPr>
            <p:cNvSpPr/>
            <p:nvPr/>
          </p:nvSpPr>
          <p:spPr>
            <a:xfrm>
              <a:off x="2507040" y="438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Straight Connector 2">
              <a:extLst>
                <a:ext uri="{FF2B5EF4-FFF2-40B4-BE49-F238E27FC236}">
                  <a16:creationId xmlns:a16="http://schemas.microsoft.com/office/drawing/2014/main" id="{36850A13-94C2-6859-404A-E54F1DFDD156}"/>
                </a:ext>
              </a:extLst>
            </p:cNvPr>
            <p:cNvSpPr/>
            <p:nvPr/>
          </p:nvSpPr>
          <p:spPr>
            <a:xfrm>
              <a:off x="6475680" y="731520"/>
              <a:ext cx="0" cy="493776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57B22C1-A681-A450-EDF6-DD2D17293C45}"/>
                </a:ext>
              </a:extLst>
            </p:cNvPr>
            <p:cNvSpPr/>
            <p:nvPr/>
          </p:nvSpPr>
          <p:spPr>
            <a:xfrm>
              <a:off x="920160" y="1896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963049-1392-873E-61E7-CE1517966EE5}"/>
                </a:ext>
              </a:extLst>
            </p:cNvPr>
            <p:cNvSpPr txBox="1"/>
            <p:nvPr/>
          </p:nvSpPr>
          <p:spPr>
            <a:xfrm>
              <a:off x="1047600" y="213480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8A227189-F246-213F-16B6-6036474432BA}"/>
                </a:ext>
              </a:extLst>
            </p:cNvPr>
            <p:cNvSpPr/>
            <p:nvPr/>
          </p:nvSpPr>
          <p:spPr>
            <a:xfrm flipH="1">
              <a:off x="828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329CE9A4-E1D5-AACE-A337-F59C59AF791F}"/>
                </a:ext>
              </a:extLst>
            </p:cNvPr>
            <p:cNvSpPr/>
            <p:nvPr/>
          </p:nvSpPr>
          <p:spPr>
            <a:xfrm>
              <a:off x="1651680" y="271944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1A5DBB09-970E-D7F7-BD1D-C3EF5C6AE175}"/>
                </a:ext>
              </a:extLst>
            </p:cNvPr>
            <p:cNvSpPr/>
            <p:nvPr/>
          </p:nvSpPr>
          <p:spPr>
            <a:xfrm>
              <a:off x="1980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3" name="Straight Connector 12">
              <a:extLst>
                <a:ext uri="{FF2B5EF4-FFF2-40B4-BE49-F238E27FC236}">
                  <a16:creationId xmlns:a16="http://schemas.microsoft.com/office/drawing/2014/main" id="{C8345C22-8436-E580-4363-563E8B1BAD70}"/>
                </a:ext>
              </a:extLst>
            </p:cNvPr>
            <p:cNvSpPr/>
            <p:nvPr/>
          </p:nvSpPr>
          <p:spPr>
            <a:xfrm flipH="1">
              <a:off x="1577519" y="1256760"/>
              <a:ext cx="1005841" cy="640439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3DE0C6-F7FD-158F-4BA8-6BA7716F81F0}"/>
                </a:ext>
              </a:extLst>
            </p:cNvPr>
            <p:cNvSpPr txBox="1"/>
            <p:nvPr/>
          </p:nvSpPr>
          <p:spPr>
            <a:xfrm>
              <a:off x="2565796" y="531720"/>
              <a:ext cx="1151127" cy="59229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/</a:t>
              </a:r>
              <a:b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</a:b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C9211E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OneDrive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892F0B-EF94-6B6F-6229-1A3E876A51FD}"/>
                </a:ext>
              </a:extLst>
            </p:cNvPr>
            <p:cNvSpPr txBox="1"/>
            <p:nvPr/>
          </p:nvSpPr>
          <p:spPr>
            <a:xfrm>
              <a:off x="6495120" y="1154880"/>
              <a:ext cx="2758974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b="1" dirty="0"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~/</a:t>
              </a: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C9211E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OneDrive/</a:t>
              </a: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project2/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data/seqs/S1.fastq.gz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1007051-00C7-C4F1-D196-38DCFEDE2624}"/>
                </a:ext>
              </a:extLst>
            </p:cNvPr>
            <p:cNvSpPr/>
            <p:nvPr/>
          </p:nvSpPr>
          <p:spPr>
            <a:xfrm>
              <a:off x="3450240" y="433260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B665327B-17E1-B24D-DE52-F9FDBC4F4142}"/>
                </a:ext>
              </a:extLst>
            </p:cNvPr>
            <p:cNvSpPr/>
            <p:nvPr/>
          </p:nvSpPr>
          <p:spPr>
            <a:xfrm>
              <a:off x="3838680" y="493488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F124C62-1E2C-5DD9-2132-638D1FA270D1}"/>
                </a:ext>
              </a:extLst>
            </p:cNvPr>
            <p:cNvSpPr txBox="1"/>
            <p:nvPr/>
          </p:nvSpPr>
          <p:spPr>
            <a:xfrm>
              <a:off x="3240360" y="5284800"/>
              <a:ext cx="1390680" cy="4352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35C8FC4C-C445-7746-7EA1-6418107FC6D4}"/>
                </a:ext>
              </a:extLst>
            </p:cNvPr>
            <p:cNvSpPr/>
            <p:nvPr/>
          </p:nvSpPr>
          <p:spPr>
            <a:xfrm>
              <a:off x="3701520" y="125172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A6D1A1DA-A140-CC60-F222-F72B39C1F16F}"/>
                </a:ext>
              </a:extLst>
            </p:cNvPr>
            <p:cNvSpPr/>
            <p:nvPr/>
          </p:nvSpPr>
          <p:spPr>
            <a:xfrm>
              <a:off x="3838680" y="399888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B62028-CDAE-839B-6038-720C30D82EB7}"/>
                </a:ext>
              </a:extLst>
            </p:cNvPr>
            <p:cNvSpPr/>
            <p:nvPr/>
          </p:nvSpPr>
          <p:spPr>
            <a:xfrm>
              <a:off x="4016520" y="1897199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9E3211-352F-9E18-3F31-008B1629B842}"/>
                </a:ext>
              </a:extLst>
            </p:cNvPr>
            <p:cNvSpPr txBox="1"/>
            <p:nvPr/>
          </p:nvSpPr>
          <p:spPr>
            <a:xfrm>
              <a:off x="4143959" y="213552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27" name="Straight Connector 26">
              <a:extLst>
                <a:ext uri="{FF2B5EF4-FFF2-40B4-BE49-F238E27FC236}">
                  <a16:creationId xmlns:a16="http://schemas.microsoft.com/office/drawing/2014/main" id="{878908DB-3220-67C6-8896-A44895E22182}"/>
                </a:ext>
              </a:extLst>
            </p:cNvPr>
            <p:cNvSpPr/>
            <p:nvPr/>
          </p:nvSpPr>
          <p:spPr>
            <a:xfrm flipH="1">
              <a:off x="3920039" y="272016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8" name="Straight Connector 27">
              <a:extLst>
                <a:ext uri="{FF2B5EF4-FFF2-40B4-BE49-F238E27FC236}">
                  <a16:creationId xmlns:a16="http://schemas.microsoft.com/office/drawing/2014/main" id="{1AF83EA7-5CE7-BBEB-D7B8-992C3A84B4D4}"/>
                </a:ext>
              </a:extLst>
            </p:cNvPr>
            <p:cNvSpPr/>
            <p:nvPr/>
          </p:nvSpPr>
          <p:spPr>
            <a:xfrm>
              <a:off x="4743000" y="272016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3" name="Straight Connector 32">
              <a:extLst>
                <a:ext uri="{FF2B5EF4-FFF2-40B4-BE49-F238E27FC236}">
                  <a16:creationId xmlns:a16="http://schemas.microsoft.com/office/drawing/2014/main" id="{6445B2E1-8276-12A5-D861-851BDDFA9BD2}"/>
                </a:ext>
              </a:extLst>
            </p:cNvPr>
            <p:cNvSpPr/>
            <p:nvPr/>
          </p:nvSpPr>
          <p:spPr>
            <a:xfrm>
              <a:off x="5072040" y="272016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CCF5EC3-F678-D3B9-5542-51EBDD45E140}"/>
                </a:ext>
              </a:extLst>
            </p:cNvPr>
            <p:cNvSpPr txBox="1"/>
            <p:nvPr/>
          </p:nvSpPr>
          <p:spPr>
            <a:xfrm>
              <a:off x="7115759" y="2933639"/>
              <a:ext cx="1225570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770971-BFFA-2B37-393A-3500086EA6D4}"/>
                </a:ext>
              </a:extLst>
            </p:cNvPr>
            <p:cNvSpPr txBox="1"/>
            <p:nvPr/>
          </p:nvSpPr>
          <p:spPr>
            <a:xfrm>
              <a:off x="7132320" y="2596320"/>
              <a:ext cx="1917359" cy="332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38" name="Straight Connector 37">
              <a:extLst>
                <a:ext uri="{FF2B5EF4-FFF2-40B4-BE49-F238E27FC236}">
                  <a16:creationId xmlns:a16="http://schemas.microsoft.com/office/drawing/2014/main" id="{C2EF6FD3-1CB6-3E65-707D-21B9427F235D}"/>
                </a:ext>
              </a:extLst>
            </p:cNvPr>
            <p:cNvSpPr/>
            <p:nvPr/>
          </p:nvSpPr>
          <p:spPr>
            <a:xfrm flipH="1">
              <a:off x="7017479" y="2377800"/>
              <a:ext cx="16561" cy="328860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7CB8D10-FC8C-EF32-7933-E2A96FA39790}"/>
                </a:ext>
              </a:extLst>
            </p:cNvPr>
            <p:cNvSpPr txBox="1"/>
            <p:nvPr/>
          </p:nvSpPr>
          <p:spPr>
            <a:xfrm>
              <a:off x="3530550" y="4461120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D6F1B34-1448-EA2A-21FE-32A7768FD1E3}"/>
                </a:ext>
              </a:extLst>
            </p:cNvPr>
            <p:cNvSpPr/>
            <p:nvPr/>
          </p:nvSpPr>
          <p:spPr>
            <a:xfrm>
              <a:off x="34920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9932E61-460F-D1E5-A024-33DEB5326A93}"/>
                </a:ext>
              </a:extLst>
            </p:cNvPr>
            <p:cNvSpPr/>
            <p:nvPr/>
          </p:nvSpPr>
          <p:spPr>
            <a:xfrm>
              <a:off x="130428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615AEE2-4E54-1A8F-7D18-C2DFED022DE4}"/>
                </a:ext>
              </a:extLst>
            </p:cNvPr>
            <p:cNvSpPr/>
            <p:nvPr/>
          </p:nvSpPr>
          <p:spPr>
            <a:xfrm>
              <a:off x="2257920" y="33969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5163A6-1B3B-F3E2-F17B-A9FAE92CC4A1}"/>
                </a:ext>
              </a:extLst>
            </p:cNvPr>
            <p:cNvSpPr txBox="1"/>
            <p:nvPr/>
          </p:nvSpPr>
          <p:spPr>
            <a:xfrm>
              <a:off x="423799" y="354240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1F604B-7861-29CF-073C-5C76A9F61C3C}"/>
                </a:ext>
              </a:extLst>
            </p:cNvPr>
            <p:cNvSpPr txBox="1"/>
            <p:nvPr/>
          </p:nvSpPr>
          <p:spPr>
            <a:xfrm>
              <a:off x="2238590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E37C2ED-A6B4-268B-644E-4167F4FD2694}"/>
                </a:ext>
              </a:extLst>
            </p:cNvPr>
            <p:cNvSpPr/>
            <p:nvPr/>
          </p:nvSpPr>
          <p:spPr>
            <a:xfrm>
              <a:off x="344052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2032DFE-624C-53EA-CC78-09634A01DE8A}"/>
                </a:ext>
              </a:extLst>
            </p:cNvPr>
            <p:cNvSpPr txBox="1"/>
            <p:nvPr/>
          </p:nvSpPr>
          <p:spPr>
            <a:xfrm>
              <a:off x="3512520" y="3531239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C5F7F77-C071-24C6-5325-4F4E75133C96}"/>
                </a:ext>
              </a:extLst>
            </p:cNvPr>
            <p:cNvSpPr/>
            <p:nvPr/>
          </p:nvSpPr>
          <p:spPr>
            <a:xfrm>
              <a:off x="4395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E35E511-7207-2006-80D9-821032D63564}"/>
                </a:ext>
              </a:extLst>
            </p:cNvPr>
            <p:cNvSpPr/>
            <p:nvPr/>
          </p:nvSpPr>
          <p:spPr>
            <a:xfrm>
              <a:off x="5349240" y="34023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BB8426F-BB28-12A2-9EF6-05B52DF6D60C}"/>
                </a:ext>
              </a:extLst>
            </p:cNvPr>
            <p:cNvSpPr txBox="1"/>
            <p:nvPr/>
          </p:nvSpPr>
          <p:spPr>
            <a:xfrm>
              <a:off x="4388400" y="353152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C666F93-8A19-BC95-DE29-CD7716D57CE5}"/>
                </a:ext>
              </a:extLst>
            </p:cNvPr>
            <p:cNvSpPr txBox="1"/>
            <p:nvPr/>
          </p:nvSpPr>
          <p:spPr>
            <a:xfrm>
              <a:off x="5312215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A20D34-81FD-33DC-E858-4FD29C4CD4CE}"/>
                </a:ext>
              </a:extLst>
            </p:cNvPr>
            <p:cNvSpPr txBox="1"/>
            <p:nvPr/>
          </p:nvSpPr>
          <p:spPr>
            <a:xfrm>
              <a:off x="1284425" y="3528395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678894-D3FD-ACB7-FA79-D658768234F7}"/>
                </a:ext>
              </a:extLst>
            </p:cNvPr>
            <p:cNvSpPr txBox="1"/>
            <p:nvPr/>
          </p:nvSpPr>
          <p:spPr>
            <a:xfrm>
              <a:off x="6495120" y="878400"/>
              <a:ext cx="284178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 (Home as ~):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CE47D84-D1C8-2B6C-7A56-96325CFC330B}"/>
              </a:ext>
            </a:extLst>
          </p:cNvPr>
          <p:cNvSpPr/>
          <p:nvPr/>
        </p:nvSpPr>
        <p:spPr>
          <a:xfrm>
            <a:off x="2507040" y="438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7087399-E13E-E7F7-9294-CBF3E914FD86}"/>
              </a:ext>
            </a:extLst>
          </p:cNvPr>
          <p:cNvSpPr/>
          <p:nvPr/>
        </p:nvSpPr>
        <p:spPr>
          <a:xfrm rot="2749800">
            <a:off x="2831929" y="3634640"/>
            <a:ext cx="830160" cy="852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07" h="2369">
                <a:moveTo>
                  <a:pt x="0" y="2369"/>
                </a:moveTo>
                <a:cubicBezTo>
                  <a:pt x="2552" y="2369"/>
                  <a:pt x="2300" y="0"/>
                  <a:pt x="2300" y="0"/>
                </a:cubicBezTo>
              </a:path>
            </a:pathLst>
          </a:custGeom>
          <a:noFill/>
          <a:ln w="19080">
            <a:solidFill>
              <a:srgbClr val="3465A4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3615C10-BC9C-706C-D787-1D1B2A658472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30683-ACFE-1F6F-7177-E4E9B250A22A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C3622-C015-8718-9E69-1B23D5D699B0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F714FCB-5AF9-303E-1E53-862B45A2D245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C068902-0DC4-E653-64D4-593C3C90C3C7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5F063AF-FC26-BD59-F4EC-346D7FC7A8EC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77BBB-1888-4BA6-0DBD-822BD46B8896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970AFD9-2FE9-A246-5631-FB9F17DC3C7D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D91A4CA-A850-97D8-2894-FABB6BDB2ABD}"/>
              </a:ext>
            </a:extLst>
          </p:cNvPr>
          <p:cNvSpPr/>
          <p:nvPr/>
        </p:nvSpPr>
        <p:spPr>
          <a:xfrm>
            <a:off x="22532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1614B28-C776-0215-2136-598A847D74B2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9A8C4A8-6F86-FD20-DB39-A430FFB4C11C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46616-B2F6-E24E-859F-CA3745B910B5}"/>
              </a:ext>
            </a:extLst>
          </p:cNvPr>
          <p:cNvSpPr txBox="1"/>
          <p:nvPr/>
        </p:nvSpPr>
        <p:spPr>
          <a:xfrm>
            <a:off x="2355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6F6D3-395A-49D9-6EDD-91F312A324B3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BEEEF5A-FF20-A505-B184-C8E37C2761C8}"/>
              </a:ext>
            </a:extLst>
          </p:cNvPr>
          <p:cNvSpPr/>
          <p:nvPr/>
        </p:nvSpPr>
        <p:spPr>
          <a:xfrm>
            <a:off x="3701520" y="125172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ECC1A3E-2CFA-D42A-740B-95695B2F1093}"/>
              </a:ext>
            </a:extLst>
          </p:cNvPr>
          <p:cNvSpPr/>
          <p:nvPr/>
        </p:nvSpPr>
        <p:spPr>
          <a:xfrm>
            <a:off x="4016520" y="1897199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4223B-28D2-30BC-554A-F7AC4F1B5FEE}"/>
              </a:ext>
            </a:extLst>
          </p:cNvPr>
          <p:cNvSpPr txBox="1"/>
          <p:nvPr/>
        </p:nvSpPr>
        <p:spPr>
          <a:xfrm>
            <a:off x="4143959" y="213552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3A7E114-4C49-940C-369F-222209CE5B88}"/>
              </a:ext>
            </a:extLst>
          </p:cNvPr>
          <p:cNvSpPr/>
          <p:nvPr/>
        </p:nvSpPr>
        <p:spPr>
          <a:xfrm flipH="1">
            <a:off x="3920039" y="2720160"/>
            <a:ext cx="475561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FB79EBB-4840-D553-DD1B-6B8091E0AFFD}"/>
              </a:ext>
            </a:extLst>
          </p:cNvPr>
          <p:cNvSpPr/>
          <p:nvPr/>
        </p:nvSpPr>
        <p:spPr>
          <a:xfrm>
            <a:off x="4743000" y="272016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46448D-2591-F4A7-9558-9A9F22AFDA96}"/>
              </a:ext>
            </a:extLst>
          </p:cNvPr>
          <p:cNvSpPr/>
          <p:nvPr/>
        </p:nvSpPr>
        <p:spPr>
          <a:xfrm>
            <a:off x="3440520" y="33969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3465A4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075CD-1D7D-D516-4FB8-8DFE266BCAFF}"/>
              </a:ext>
            </a:extLst>
          </p:cNvPr>
          <p:cNvSpPr txBox="1"/>
          <p:nvPr/>
        </p:nvSpPr>
        <p:spPr>
          <a:xfrm>
            <a:off x="3512520" y="352656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1FF37747-5986-29A6-E7C2-95BD71DD7AE8}"/>
              </a:ext>
            </a:extLst>
          </p:cNvPr>
          <p:cNvSpPr/>
          <p:nvPr/>
        </p:nvSpPr>
        <p:spPr>
          <a:xfrm>
            <a:off x="4395600" y="33969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DDB8486-3AB7-F5A5-9E52-CA9C27C826BF}"/>
              </a:ext>
            </a:extLst>
          </p:cNvPr>
          <p:cNvSpPr/>
          <p:nvPr/>
        </p:nvSpPr>
        <p:spPr>
          <a:xfrm>
            <a:off x="5349240" y="33976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E17E0FF-DB5E-BF4C-8FEB-4C7F15D08FB5}"/>
              </a:ext>
            </a:extLst>
          </p:cNvPr>
          <p:cNvSpPr/>
          <p:nvPr/>
        </p:nvSpPr>
        <p:spPr>
          <a:xfrm>
            <a:off x="5072040" y="272016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7062A-CAB0-053B-C14E-606CF41023F3}"/>
              </a:ext>
            </a:extLst>
          </p:cNvPr>
          <p:cNvSpPr txBox="1"/>
          <p:nvPr/>
        </p:nvSpPr>
        <p:spPr>
          <a:xfrm>
            <a:off x="5349960" y="35265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68902-BBE5-2DEB-A199-E1AB524B2A9D}"/>
              </a:ext>
            </a:extLst>
          </p:cNvPr>
          <p:cNvSpPr txBox="1"/>
          <p:nvPr/>
        </p:nvSpPr>
        <p:spPr>
          <a:xfrm>
            <a:off x="4396680" y="35265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BE20BB52-A4C3-450A-B0AF-87728851E15C}"/>
              </a:ext>
            </a:extLst>
          </p:cNvPr>
          <p:cNvSpPr/>
          <p:nvPr/>
        </p:nvSpPr>
        <p:spPr>
          <a:xfrm>
            <a:off x="2507040" y="438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B3302FA-F141-5809-3F34-16988BB2B1E6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1B9CB-32C7-4D05-98CD-835735FE61DD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DCC2D-C428-7B80-6B27-B441B4EEBE14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685922F-C00D-1624-8C76-E3D4A7167E06}"/>
              </a:ext>
            </a:extLst>
          </p:cNvPr>
          <p:cNvSpPr/>
          <p:nvPr/>
        </p:nvSpPr>
        <p:spPr>
          <a:xfrm>
            <a:off x="3696840" y="125172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B866B0D-82DB-5FAD-0D68-40E5ACBB893E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F80A67F-7DC3-4EE8-1777-FFB2E78B4B9A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50CF848-7CCB-F29B-1151-3EF4A399842D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2C0B1-9D4F-E90C-B387-F07B52162CB7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56CC86C-2DE9-4845-96E7-9EDFC2287B51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38AF1DD-3032-2CA7-1C94-7222D47F387B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9B27017-0D84-139A-3A47-E21BCADCB2A8}"/>
              </a:ext>
            </a:extLst>
          </p:cNvPr>
          <p:cNvSpPr/>
          <p:nvPr/>
        </p:nvSpPr>
        <p:spPr>
          <a:xfrm>
            <a:off x="3435840" y="339192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69000-3EB3-AC01-4639-246BE679AD6E}"/>
              </a:ext>
            </a:extLst>
          </p:cNvPr>
          <p:cNvSpPr txBox="1"/>
          <p:nvPr/>
        </p:nvSpPr>
        <p:spPr>
          <a:xfrm>
            <a:off x="3507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05F00BB-11C4-A030-ACAC-C77A268DDB2B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BD5A9-3E5C-257D-C9DE-5C07164C58CF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7ACE4A0-5786-A795-C4AF-A6CF7EBD525B}"/>
              </a:ext>
            </a:extLst>
          </p:cNvPr>
          <p:cNvSpPr/>
          <p:nvPr/>
        </p:nvSpPr>
        <p:spPr>
          <a:xfrm>
            <a:off x="2457720" y="1887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 w="19080">
            <a:solidFill>
              <a:srgbClr val="666666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8D4F6C-D190-369B-F1A9-774E436E7C4C}"/>
              </a:ext>
            </a:extLst>
          </p:cNvPr>
          <p:cNvSpPr txBox="1"/>
          <p:nvPr/>
        </p:nvSpPr>
        <p:spPr>
          <a:xfrm>
            <a:off x="2549160" y="2017800"/>
            <a:ext cx="105876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shared-data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0338B3F4-6604-B2B2-9D0C-CDAA8EAC6ECE}"/>
              </a:ext>
            </a:extLst>
          </p:cNvPr>
          <p:cNvSpPr/>
          <p:nvPr/>
        </p:nvSpPr>
        <p:spPr>
          <a:xfrm>
            <a:off x="3128400" y="2710080"/>
            <a:ext cx="475559" cy="676800"/>
          </a:xfrm>
          <a:prstGeom prst="line">
            <a:avLst/>
          </a:prstGeom>
          <a:noFill/>
          <a:ln w="19080">
            <a:solidFill>
              <a:srgbClr val="808080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8AE4822-DD01-860A-0DBD-B577B11B0CD1}"/>
              </a:ext>
            </a:extLst>
          </p:cNvPr>
          <p:cNvSpPr/>
          <p:nvPr/>
        </p:nvSpPr>
        <p:spPr>
          <a:xfrm flipH="1">
            <a:off x="2691360" y="2705400"/>
            <a:ext cx="475560" cy="676800"/>
          </a:xfrm>
          <a:prstGeom prst="line">
            <a:avLst/>
          </a:prstGeom>
          <a:noFill/>
          <a:ln w="19080">
            <a:solidFill>
              <a:srgbClr val="808080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0394A03C-A362-901E-8690-2FC26D0E61B3}"/>
              </a:ext>
            </a:extLst>
          </p:cNvPr>
          <p:cNvSpPr/>
          <p:nvPr/>
        </p:nvSpPr>
        <p:spPr>
          <a:xfrm>
            <a:off x="3132720" y="1251360"/>
            <a:ext cx="0" cy="64080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3740AE5-D648-7C11-F29D-71CA2933CE2F}"/>
              </a:ext>
            </a:extLst>
          </p:cNvPr>
          <p:cNvSpPr/>
          <p:nvPr/>
        </p:nvSpPr>
        <p:spPr>
          <a:xfrm>
            <a:off x="224820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5C9ED3-2116-84F3-01CC-091A5ED73242}"/>
              </a:ext>
            </a:extLst>
          </p:cNvPr>
          <p:cNvSpPr txBox="1"/>
          <p:nvPr/>
        </p:nvSpPr>
        <p:spPr>
          <a:xfrm>
            <a:off x="2320200" y="352188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B183F83-CA68-EB46-98AB-7F06ACB8DFAB}"/>
              </a:ext>
            </a:extLst>
          </p:cNvPr>
          <p:cNvSpPr/>
          <p:nvPr/>
        </p:nvSpPr>
        <p:spPr>
          <a:xfrm>
            <a:off x="4011840" y="189756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71E3A4-87EC-E0F4-1034-A5D4C1EAD9CA}"/>
              </a:ext>
            </a:extLst>
          </p:cNvPr>
          <p:cNvSpPr txBox="1"/>
          <p:nvPr/>
        </p:nvSpPr>
        <p:spPr>
          <a:xfrm>
            <a:off x="4139279" y="213588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15A9C9D-5B38-F6AD-98F4-F0364E109C9C}"/>
              </a:ext>
            </a:extLst>
          </p:cNvPr>
          <p:cNvSpPr/>
          <p:nvPr/>
        </p:nvSpPr>
        <p:spPr>
          <a:xfrm flipH="1">
            <a:off x="3915360" y="272052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18E3AF4-676B-89F1-C3DD-204D438D3297}"/>
              </a:ext>
            </a:extLst>
          </p:cNvPr>
          <p:cNvSpPr/>
          <p:nvPr/>
        </p:nvSpPr>
        <p:spPr>
          <a:xfrm>
            <a:off x="4738320" y="272052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E9889C9-CB6B-3F14-BB10-1B42EE3CD6AD}"/>
              </a:ext>
            </a:extLst>
          </p:cNvPr>
          <p:cNvSpPr/>
          <p:nvPr/>
        </p:nvSpPr>
        <p:spPr>
          <a:xfrm>
            <a:off x="4390920" y="339732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E28C2266-4F79-3568-2052-19844A6A74EA}"/>
              </a:ext>
            </a:extLst>
          </p:cNvPr>
          <p:cNvSpPr/>
          <p:nvPr/>
        </p:nvSpPr>
        <p:spPr>
          <a:xfrm>
            <a:off x="5344560" y="33980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CB8F2CCC-1BD8-468D-29ED-00FD27111371}"/>
              </a:ext>
            </a:extLst>
          </p:cNvPr>
          <p:cNvSpPr/>
          <p:nvPr/>
        </p:nvSpPr>
        <p:spPr>
          <a:xfrm>
            <a:off x="5067360" y="272052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031E18-78F4-5406-59B9-5B02A8CDA779}"/>
              </a:ext>
            </a:extLst>
          </p:cNvPr>
          <p:cNvSpPr txBox="1"/>
          <p:nvPr/>
        </p:nvSpPr>
        <p:spPr>
          <a:xfrm>
            <a:off x="5345280" y="352692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2BA6D-83C6-2D16-58B9-C3FA4B79A6DC}"/>
              </a:ext>
            </a:extLst>
          </p:cNvPr>
          <p:cNvSpPr txBox="1"/>
          <p:nvPr/>
        </p:nvSpPr>
        <p:spPr>
          <a:xfrm>
            <a:off x="4392000" y="352692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62D1FB5-E479-531D-13D5-0F7C9A034E59}"/>
              </a:ext>
            </a:extLst>
          </p:cNvPr>
          <p:cNvSpPr/>
          <p:nvPr/>
        </p:nvSpPr>
        <p:spPr>
          <a:xfrm>
            <a:off x="4919400" y="3986640"/>
            <a:ext cx="384120" cy="49392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4F3A6A9-1292-C3BA-4827-959BD475B9E1}"/>
              </a:ext>
            </a:extLst>
          </p:cNvPr>
          <p:cNvSpPr/>
          <p:nvPr/>
        </p:nvSpPr>
        <p:spPr>
          <a:xfrm>
            <a:off x="5006880" y="4481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1F58A-723A-9E66-5403-42A73B0E5132}"/>
              </a:ext>
            </a:extLst>
          </p:cNvPr>
          <p:cNvSpPr txBox="1"/>
          <p:nvPr/>
        </p:nvSpPr>
        <p:spPr>
          <a:xfrm>
            <a:off x="4956840" y="460116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F0B96EE-57EA-0770-9AE0-3F1196A9F9D2}"/>
              </a:ext>
            </a:extLst>
          </p:cNvPr>
          <p:cNvSpPr/>
          <p:nvPr/>
        </p:nvSpPr>
        <p:spPr>
          <a:xfrm>
            <a:off x="3891239" y="44816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>
              <a:alpha val="20000"/>
            </a:srgbClr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9A567-E3A1-7659-FE0B-F65BDE2406CD}"/>
              </a:ext>
            </a:extLst>
          </p:cNvPr>
          <p:cNvSpPr txBox="1"/>
          <p:nvPr/>
        </p:nvSpPr>
        <p:spPr>
          <a:xfrm>
            <a:off x="3841200" y="460152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unique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3343EC6-6C52-5120-4F0F-A33F52187293}"/>
              </a:ext>
            </a:extLst>
          </p:cNvPr>
          <p:cNvSpPr/>
          <p:nvPr/>
        </p:nvSpPr>
        <p:spPr>
          <a:xfrm flipH="1">
            <a:off x="4451400" y="3986640"/>
            <a:ext cx="384120" cy="49392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3AAEF-1798-3D0E-EA86-290D0963AE01}"/>
              </a:ext>
            </a:extLst>
          </p:cNvPr>
          <p:cNvSpPr txBox="1"/>
          <p:nvPr/>
        </p:nvSpPr>
        <p:spPr>
          <a:xfrm>
            <a:off x="7185240" y="558360"/>
            <a:ext cx="11822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online</a:t>
            </a:r>
            <a:b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</a:b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repo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CA3E9B2-AEEF-BA45-496F-7C0B00495C40}"/>
              </a:ext>
            </a:extLst>
          </p:cNvPr>
          <p:cNvSpPr/>
          <p:nvPr/>
        </p:nvSpPr>
        <p:spPr>
          <a:xfrm rot="6331200">
            <a:off x="4906388" y="2736909"/>
            <a:ext cx="3812400" cy="7437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591" h="2067">
                <a:moveTo>
                  <a:pt x="0" y="0"/>
                </a:moveTo>
                <a:cubicBezTo>
                  <a:pt x="9490" y="1"/>
                  <a:pt x="10591" y="2067"/>
                  <a:pt x="10591" y="2067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9F814E6-E890-371C-6E65-255C6F36E408}"/>
              </a:ext>
            </a:extLst>
          </p:cNvPr>
          <p:cNvSpPr/>
          <p:nvPr/>
        </p:nvSpPr>
        <p:spPr>
          <a:xfrm>
            <a:off x="1787400" y="3986999"/>
            <a:ext cx="384120" cy="493921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7D5E10-801F-B174-F101-FF2D8D1618BE}"/>
              </a:ext>
            </a:extLst>
          </p:cNvPr>
          <p:cNvSpPr/>
          <p:nvPr/>
        </p:nvSpPr>
        <p:spPr>
          <a:xfrm>
            <a:off x="1874880" y="44816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AECCE-EC2F-6BF9-AA1D-C493997803D9}"/>
              </a:ext>
            </a:extLst>
          </p:cNvPr>
          <p:cNvSpPr txBox="1"/>
          <p:nvPr/>
        </p:nvSpPr>
        <p:spPr>
          <a:xfrm>
            <a:off x="1824840" y="460152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0242754-EF49-9E3A-5237-73B4DE11E33D}"/>
              </a:ext>
            </a:extLst>
          </p:cNvPr>
          <p:cNvSpPr/>
          <p:nvPr/>
        </p:nvSpPr>
        <p:spPr>
          <a:xfrm>
            <a:off x="759240" y="448200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>
              <a:alpha val="20000"/>
            </a:srgbClr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47E40-2F5F-B2F1-676C-BF626EB05EE2}"/>
              </a:ext>
            </a:extLst>
          </p:cNvPr>
          <p:cNvSpPr txBox="1"/>
          <p:nvPr/>
        </p:nvSpPr>
        <p:spPr>
          <a:xfrm>
            <a:off x="709200" y="460188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unique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104A86C-D065-E62B-1A2D-48CF7943B00B}"/>
              </a:ext>
            </a:extLst>
          </p:cNvPr>
          <p:cNvSpPr/>
          <p:nvPr/>
        </p:nvSpPr>
        <p:spPr>
          <a:xfrm flipH="1">
            <a:off x="1319400" y="3986999"/>
            <a:ext cx="384120" cy="493921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58039BE-E87C-DC76-2A65-AB0CDB4EEF0B}"/>
              </a:ext>
            </a:extLst>
          </p:cNvPr>
          <p:cNvSpPr/>
          <p:nvPr/>
        </p:nvSpPr>
        <p:spPr>
          <a:xfrm rot="4210200">
            <a:off x="3232235" y="1921393"/>
            <a:ext cx="5359680" cy="5920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9" h="16448">
                <a:moveTo>
                  <a:pt x="0" y="0"/>
                </a:moveTo>
                <a:cubicBezTo>
                  <a:pt x="18762" y="14"/>
                  <a:pt x="14465" y="16448"/>
                  <a:pt x="14465" y="1644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pic>
        <p:nvPicPr>
          <p:cNvPr id="17" name="">
            <a:extLst>
              <a:ext uri="{FF2B5EF4-FFF2-40B4-BE49-F238E27FC236}">
                <a16:creationId xmlns:a16="http://schemas.microsoft.com/office/drawing/2014/main" id="{19E89C56-093F-6B29-DB90-4356A64F68F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040880" y="238320"/>
            <a:ext cx="1564920" cy="1165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DB4EA5D4-EE0A-C71D-F302-4F81D4E72F89}"/>
              </a:ext>
            </a:extLst>
          </p:cNvPr>
          <p:cNvSpPr/>
          <p:nvPr/>
        </p:nvSpPr>
        <p:spPr>
          <a:xfrm>
            <a:off x="2502360" y="433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4D9F8D5-1817-A0DC-36E4-73C99A0C58FE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02CB1-79EE-35DA-6826-B8D9FB649523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F5CA83E-4AE0-5225-2C8D-1E620F289769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56CA7B1-4934-F653-A49D-8E859FDC1163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7FE64CF-CE9A-91D5-6847-BFAD71A64B80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DC2E4-66D4-C8D7-DDD3-725E66D17B17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C08956-93CE-84F4-8716-5AE077420FD5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13B98E-8886-16AF-21B0-3F6B299D960A}"/>
              </a:ext>
            </a:extLst>
          </p:cNvPr>
          <p:cNvSpPr/>
          <p:nvPr/>
        </p:nvSpPr>
        <p:spPr>
          <a:xfrm>
            <a:off x="22532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8922E8D-C70D-4256-1BBA-DD04CA486C6F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5DCAD74A-A659-ABB8-8B17-85A7D87D5603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51D763-88EC-549A-FC77-D14248D25D43}"/>
              </a:ext>
            </a:extLst>
          </p:cNvPr>
          <p:cNvSpPr txBox="1"/>
          <p:nvPr/>
        </p:nvSpPr>
        <p:spPr>
          <a:xfrm>
            <a:off x="2355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66B18B-F2AE-D378-A724-0DAC3A9D00A3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51D16E78-CB0B-1088-AEF7-9323E05C66CE}"/>
              </a:ext>
            </a:extLst>
          </p:cNvPr>
          <p:cNvSpPr/>
          <p:nvPr/>
        </p:nvSpPr>
        <p:spPr>
          <a:xfrm>
            <a:off x="3696840" y="124704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7D0463B-F540-8EA9-14E5-40AEAF04A39C}"/>
              </a:ext>
            </a:extLst>
          </p:cNvPr>
          <p:cNvSpPr/>
          <p:nvPr/>
        </p:nvSpPr>
        <p:spPr>
          <a:xfrm>
            <a:off x="4011840" y="1892519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AFA0C8-573C-9C96-0B66-7D4364A7151A}"/>
              </a:ext>
            </a:extLst>
          </p:cNvPr>
          <p:cNvSpPr txBox="1"/>
          <p:nvPr/>
        </p:nvSpPr>
        <p:spPr>
          <a:xfrm>
            <a:off x="4139279" y="213084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738F3F0A-A51E-C121-67E3-8D3608143B47}"/>
              </a:ext>
            </a:extLst>
          </p:cNvPr>
          <p:cNvSpPr/>
          <p:nvPr/>
        </p:nvSpPr>
        <p:spPr>
          <a:xfrm flipH="1">
            <a:off x="3915360" y="271548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5EC7239B-7F4B-3E32-D1B1-58141BC788EA}"/>
              </a:ext>
            </a:extLst>
          </p:cNvPr>
          <p:cNvSpPr/>
          <p:nvPr/>
        </p:nvSpPr>
        <p:spPr>
          <a:xfrm>
            <a:off x="4738320" y="271548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1CD31510-1F07-BEC9-4D82-B2EB2B56DC6F}"/>
              </a:ext>
            </a:extLst>
          </p:cNvPr>
          <p:cNvSpPr/>
          <p:nvPr/>
        </p:nvSpPr>
        <p:spPr>
          <a:xfrm>
            <a:off x="34358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DAACE5-B824-3038-DAAC-3FD562342BF2}"/>
              </a:ext>
            </a:extLst>
          </p:cNvPr>
          <p:cNvSpPr txBox="1"/>
          <p:nvPr/>
        </p:nvSpPr>
        <p:spPr>
          <a:xfrm>
            <a:off x="3507840" y="352188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FC7E2AA-E989-849D-4470-81D1EFBB71F1}"/>
              </a:ext>
            </a:extLst>
          </p:cNvPr>
          <p:cNvSpPr/>
          <p:nvPr/>
        </p:nvSpPr>
        <p:spPr>
          <a:xfrm>
            <a:off x="439092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AE8BB3ED-4525-DD18-3973-A449E8E61F2A}"/>
              </a:ext>
            </a:extLst>
          </p:cNvPr>
          <p:cNvSpPr/>
          <p:nvPr/>
        </p:nvSpPr>
        <p:spPr>
          <a:xfrm>
            <a:off x="5344560" y="339300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970506CC-D7AA-06EF-DB8C-F63F0DE82795}"/>
              </a:ext>
            </a:extLst>
          </p:cNvPr>
          <p:cNvSpPr/>
          <p:nvPr/>
        </p:nvSpPr>
        <p:spPr>
          <a:xfrm>
            <a:off x="5067360" y="271548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FD509-C834-42A5-D531-BD96D96C7BF5}"/>
              </a:ext>
            </a:extLst>
          </p:cNvPr>
          <p:cNvSpPr txBox="1"/>
          <p:nvPr/>
        </p:nvSpPr>
        <p:spPr>
          <a:xfrm>
            <a:off x="5345280" y="352188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D03935-CF21-2613-8B24-D451C8381830}"/>
              </a:ext>
            </a:extLst>
          </p:cNvPr>
          <p:cNvSpPr txBox="1"/>
          <p:nvPr/>
        </p:nvSpPr>
        <p:spPr>
          <a:xfrm>
            <a:off x="4392000" y="352188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84C9B7-BBD6-21D0-00CC-C6C5E162C103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152</Words>
  <Application>Microsoft Macintosh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FreeMono</vt:lpstr>
      <vt:lpstr>Liberation Sans</vt:lpstr>
      <vt:lpstr>Liberation Serif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jelmer_base</dc:title>
  <dc:creator>Jelmer Poelstra</dc:creator>
  <cp:lastModifiedBy>Poelstra, Jelmer</cp:lastModifiedBy>
  <cp:revision>18</cp:revision>
  <dcterms:created xsi:type="dcterms:W3CDTF">2021-01-12T11:35:30Z</dcterms:created>
  <dcterms:modified xsi:type="dcterms:W3CDTF">2025-09-02T16:01:20Z</dcterms:modified>
</cp:coreProperties>
</file>