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66"/>
    <p:restoredTop sz="94719"/>
  </p:normalViewPr>
  <p:slideViewPr>
    <p:cSldViewPr snapToGrid="0">
      <p:cViewPr varScale="1">
        <p:scale>
          <a:sx n="138" d="100"/>
          <a:sy n="138" d="100"/>
        </p:scale>
        <p:origin x="176" y="4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247593-C704-3661-F878-67295A78F8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AC9FD77-ECE1-83D4-2DDB-B0F6B49EC6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E090DF-BBBD-96F6-4287-6EAA5DC4CA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94D3A-5671-8A49-9AEF-18E5BEA94A87}" type="datetimeFigureOut">
              <a:rPr lang="en-US" smtClean="0"/>
              <a:t>8/27/25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2AB973-3B23-B1A6-1E47-7C02E13FA8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1ADC67-76CD-092A-C406-1EE0580D33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1F7B2A-011A-B047-BE66-24F75348AB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97598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12810F-FA37-DB7F-2508-CA44C2237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AA325B-1975-F930-6CFF-09D266706B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C099D5-A655-98D9-A760-3373083254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94D3A-5671-8A49-9AEF-18E5BEA94A87}" type="datetimeFigureOut">
              <a:rPr lang="en-US" smtClean="0"/>
              <a:t>8/27/25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B15C45-3D4E-4533-A40E-F06315ACF1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277117-0C91-8451-FFD8-312C8F50EF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1F7B2A-011A-B047-BE66-24F75348AB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6551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022C68-E930-C27A-2E20-854BFD5327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A120E0-8D62-E63D-1F41-B442FA8FE8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1A684D-6541-5CC6-A04D-CCE3A12C77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94D3A-5671-8A49-9AEF-18E5BEA94A87}" type="datetimeFigureOut">
              <a:rPr lang="en-US" smtClean="0"/>
              <a:t>8/27/25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C60E0A-F091-3F88-CFDA-DCCB4AD50A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6C2141-2D84-4CA4-5A18-16B1C8432B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1F7B2A-011A-B047-BE66-24F75348AB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95616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915DD4-C7DE-A0C0-1890-DA808BA098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83E5DC-462D-5BFE-DD92-BF2B83D7DB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CE32554-C937-4195-F183-E5E92DB8BB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5634DE-F00E-56C0-9BCB-C55C45C9E2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94D3A-5671-8A49-9AEF-18E5BEA94A87}" type="datetimeFigureOut">
              <a:rPr lang="en-US" smtClean="0"/>
              <a:t>8/27/25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0B4CC2-79A8-47F7-9D67-068DC57150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94E3A9-FB22-3B26-4FDA-661E46E36A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1F7B2A-011A-B047-BE66-24F75348AB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71173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37FB1B-6558-5692-9B4D-5F21965C0A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803D42-57BE-8056-98CF-59994BEA09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4A66F9-F517-8946-081F-1427E8644B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5887B23-5438-ED0F-1B1B-721AD9678B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2EE43A7-5604-CC37-6F0D-5C5291AC28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7807263-B172-777A-1C89-AD3832473D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94D3A-5671-8A49-9AEF-18E5BEA94A87}" type="datetimeFigureOut">
              <a:rPr lang="en-US" smtClean="0"/>
              <a:t>8/27/25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D20237C-6DB0-6C62-C47D-8312194EDF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4431CF9-8BB4-173C-818C-FF95C87D89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1F7B2A-011A-B047-BE66-24F75348AB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29838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83DC62-6015-0827-5D1E-14003E7EA3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D5B868-213B-65CC-619E-8786AF0FB5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94D3A-5671-8A49-9AEF-18E5BEA94A87}" type="datetimeFigureOut">
              <a:rPr lang="en-US" smtClean="0"/>
              <a:t>8/27/25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3D3F24-89C8-07A0-373D-B1144AE285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B85917-7606-22C3-368B-2A89E94962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1F7B2A-011A-B047-BE66-24F75348AB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39105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99B75CA-480D-CAF4-5F13-A8086A5AA6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94D3A-5671-8A49-9AEF-18E5BEA94A87}" type="datetimeFigureOut">
              <a:rPr lang="en-US" smtClean="0"/>
              <a:t>8/27/25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B17D36C-0D78-53B8-9932-2150B2E4AF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639946-C58F-465E-AF62-05868F69E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1F7B2A-011A-B047-BE66-24F75348AB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80460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FC689C-76F8-9D57-07D2-EAD8CC1876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265822-0723-FAAD-B941-9611005ECF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32FA878-36CD-E802-5B82-1E547509A7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16886F-6C15-AAEE-A59C-DC054C8388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94D3A-5671-8A49-9AEF-18E5BEA94A87}" type="datetimeFigureOut">
              <a:rPr lang="en-US" smtClean="0"/>
              <a:t>8/27/25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C142ED-E517-150D-571E-72B6902B3D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F00A84-3415-61FD-D776-373A88DCFF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1F7B2A-011A-B047-BE66-24F75348AB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13087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2B608E-24F4-3B11-74F3-F2330234BE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A01481C-AFB2-33D5-6F40-5A77D237EF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4D2B46D-0481-AD81-2D47-1A94886A46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A53E5E-25FA-A1B6-EAFD-D5DF2AC53E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94D3A-5671-8A49-9AEF-18E5BEA94A87}" type="datetimeFigureOut">
              <a:rPr lang="en-US" smtClean="0"/>
              <a:t>8/27/25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D8771F-5F4A-FE61-2B0D-269ED1E6F7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A6DDB2-BAA0-9C16-3140-B34E54DAE2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1F7B2A-011A-B047-BE66-24F75348AB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7442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C7A693-C04B-9630-8541-0517512450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DE6D163-0872-3B86-F6D1-1A116F66F3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4455B8-6A79-30EB-8188-C1049CA7E5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94D3A-5671-8A49-9AEF-18E5BEA94A87}" type="datetimeFigureOut">
              <a:rPr lang="en-US" smtClean="0"/>
              <a:t>8/27/25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CF99B4-28EE-2D52-F807-68C7F22335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E0D58C-FA9B-4566-8E88-6C341B5135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1F7B2A-011A-B047-BE66-24F75348AB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95817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DA3E5EC-E636-5283-82FC-620B9DB69C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4EFFB9E-C6BF-3BC4-1219-2A2ED74D6D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FD6AD3-8BEC-DFA8-1F6D-8606EABCA9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94D3A-5671-8A49-9AEF-18E5BEA94A87}" type="datetimeFigureOut">
              <a:rPr lang="en-US" smtClean="0"/>
              <a:t>8/27/25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7222B0-16A3-81A7-473D-8300427A6E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8A97B0-6D82-AD4E-3DB2-945A35DFA0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1F7B2A-011A-B047-BE66-24F75348AB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1652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748384C-A6C8-AD04-7E24-78ACDDB8F8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C3759A-ACC9-F0A2-585B-C99F47BF18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6E4FAB-E014-1B6F-BDEE-16C3CD05EFD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A294D3A-5671-8A49-9AEF-18E5BEA94A87}" type="datetimeFigureOut">
              <a:rPr lang="en-US" smtClean="0"/>
              <a:t>8/27/25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172AFD-D57E-7642-568B-04E22E017F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5049E8-85E8-710A-7D31-F49057CB4F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A1F7B2A-011A-B047-BE66-24F75348AB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25508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Group 34">
            <a:extLst>
              <a:ext uri="{FF2B5EF4-FFF2-40B4-BE49-F238E27FC236}">
                <a16:creationId xmlns:a16="http://schemas.microsoft.com/office/drawing/2014/main" id="{69BBB78E-4548-2988-D75E-3958A4F742DC}"/>
              </a:ext>
            </a:extLst>
          </p:cNvPr>
          <p:cNvGrpSpPr/>
          <p:nvPr/>
        </p:nvGrpSpPr>
        <p:grpSpPr>
          <a:xfrm>
            <a:off x="3970920" y="832173"/>
            <a:ext cx="775892" cy="2938"/>
            <a:chOff x="3970920" y="832173"/>
            <a:chExt cx="775892" cy="2938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6084378F-D1AD-4124-54BB-26A3098C933C}"/>
                </a:ext>
              </a:extLst>
            </p:cNvPr>
            <p:cNvCxnSpPr>
              <a:cxnSpLocks/>
            </p:cNvCxnSpPr>
            <p:nvPr/>
          </p:nvCxnSpPr>
          <p:spPr>
            <a:xfrm>
              <a:off x="3970920" y="832173"/>
              <a:ext cx="533845" cy="0"/>
            </a:xfrm>
            <a:prstGeom prst="line">
              <a:avLst/>
            </a:prstGeom>
            <a:ln w="44450">
              <a:solidFill>
                <a:srgbClr val="00B0F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6AB409D4-10EA-EAF2-7B82-9C25B3A50BE6}"/>
                </a:ext>
              </a:extLst>
            </p:cNvPr>
            <p:cNvCxnSpPr>
              <a:cxnSpLocks/>
            </p:cNvCxnSpPr>
            <p:nvPr/>
          </p:nvCxnSpPr>
          <p:spPr>
            <a:xfrm>
              <a:off x="4504765" y="835111"/>
              <a:ext cx="242047" cy="0"/>
            </a:xfrm>
            <a:prstGeom prst="line">
              <a:avLst/>
            </a:prstGeom>
            <a:ln w="44450"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518DDFC-1F62-A399-EA2D-06AA7A95A49A}"/>
              </a:ext>
            </a:extLst>
          </p:cNvPr>
          <p:cNvCxnSpPr>
            <a:cxnSpLocks/>
          </p:cNvCxnSpPr>
          <p:nvPr/>
        </p:nvCxnSpPr>
        <p:spPr>
          <a:xfrm>
            <a:off x="3970920" y="1181475"/>
            <a:ext cx="775892" cy="0"/>
          </a:xfrm>
          <a:prstGeom prst="line">
            <a:avLst/>
          </a:prstGeom>
          <a:ln w="4445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FAFE111-A09E-2202-0283-AD84943F0A85}"/>
              </a:ext>
            </a:extLst>
          </p:cNvPr>
          <p:cNvCxnSpPr>
            <a:cxnSpLocks/>
          </p:cNvCxnSpPr>
          <p:nvPr/>
        </p:nvCxnSpPr>
        <p:spPr>
          <a:xfrm>
            <a:off x="4727333" y="721337"/>
            <a:ext cx="775602" cy="0"/>
          </a:xfrm>
          <a:prstGeom prst="line">
            <a:avLst/>
          </a:prstGeom>
          <a:ln w="4445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212FE6C-C2F0-91FB-9941-AF78E25A24B5}"/>
              </a:ext>
            </a:extLst>
          </p:cNvPr>
          <p:cNvCxnSpPr>
            <a:cxnSpLocks/>
          </p:cNvCxnSpPr>
          <p:nvPr/>
        </p:nvCxnSpPr>
        <p:spPr>
          <a:xfrm>
            <a:off x="1136072" y="4503628"/>
            <a:ext cx="6428509" cy="0"/>
          </a:xfrm>
          <a:prstGeom prst="line">
            <a:avLst/>
          </a:prstGeom>
          <a:ln w="698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7BFFD83-923E-77D8-6B26-120AF2782987}"/>
              </a:ext>
            </a:extLst>
          </p:cNvPr>
          <p:cNvCxnSpPr>
            <a:cxnSpLocks/>
          </p:cNvCxnSpPr>
          <p:nvPr/>
        </p:nvCxnSpPr>
        <p:spPr>
          <a:xfrm>
            <a:off x="1616363" y="4503628"/>
            <a:ext cx="2325236" cy="0"/>
          </a:xfrm>
          <a:prstGeom prst="line">
            <a:avLst/>
          </a:prstGeom>
          <a:ln w="15875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CF5FF8D2-2DB5-DC09-6FA2-B7ABFCA260A6}"/>
              </a:ext>
            </a:extLst>
          </p:cNvPr>
          <p:cNvCxnSpPr>
            <a:cxnSpLocks/>
          </p:cNvCxnSpPr>
          <p:nvPr/>
        </p:nvCxnSpPr>
        <p:spPr>
          <a:xfrm>
            <a:off x="4467393" y="4503628"/>
            <a:ext cx="2598425" cy="0"/>
          </a:xfrm>
          <a:prstGeom prst="line">
            <a:avLst/>
          </a:prstGeom>
          <a:ln w="15875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451FD217-4D40-C033-9BDE-B949930AB064}"/>
              </a:ext>
            </a:extLst>
          </p:cNvPr>
          <p:cNvCxnSpPr>
            <a:cxnSpLocks/>
          </p:cNvCxnSpPr>
          <p:nvPr/>
        </p:nvCxnSpPr>
        <p:spPr>
          <a:xfrm>
            <a:off x="6096000" y="721337"/>
            <a:ext cx="775602" cy="0"/>
          </a:xfrm>
          <a:prstGeom prst="line">
            <a:avLst/>
          </a:prstGeom>
          <a:ln w="4445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1DFAE7CA-E1EB-37DA-976F-8D8F2E79C283}"/>
              </a:ext>
            </a:extLst>
          </p:cNvPr>
          <p:cNvCxnSpPr>
            <a:cxnSpLocks/>
          </p:cNvCxnSpPr>
          <p:nvPr/>
        </p:nvCxnSpPr>
        <p:spPr>
          <a:xfrm>
            <a:off x="5166060" y="555083"/>
            <a:ext cx="775602" cy="0"/>
          </a:xfrm>
          <a:prstGeom prst="line">
            <a:avLst/>
          </a:prstGeom>
          <a:ln w="4445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AEA593C5-215C-73DA-062E-040AE609FA11}"/>
              </a:ext>
            </a:extLst>
          </p:cNvPr>
          <p:cNvCxnSpPr>
            <a:cxnSpLocks/>
          </p:cNvCxnSpPr>
          <p:nvPr/>
        </p:nvCxnSpPr>
        <p:spPr>
          <a:xfrm>
            <a:off x="6118248" y="996747"/>
            <a:ext cx="775602" cy="0"/>
          </a:xfrm>
          <a:prstGeom prst="line">
            <a:avLst/>
          </a:prstGeom>
          <a:ln w="4445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B8DA6FBB-755F-A800-CF1F-94D28249ACB3}"/>
              </a:ext>
            </a:extLst>
          </p:cNvPr>
          <p:cNvCxnSpPr>
            <a:cxnSpLocks/>
          </p:cNvCxnSpPr>
          <p:nvPr/>
        </p:nvCxnSpPr>
        <p:spPr>
          <a:xfrm>
            <a:off x="5037720" y="997648"/>
            <a:ext cx="775602" cy="0"/>
          </a:xfrm>
          <a:prstGeom prst="line">
            <a:avLst/>
          </a:prstGeom>
          <a:ln w="4445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CEA52AD3-D9B1-D565-07C7-18882135A262}"/>
              </a:ext>
            </a:extLst>
          </p:cNvPr>
          <p:cNvCxnSpPr>
            <a:cxnSpLocks/>
          </p:cNvCxnSpPr>
          <p:nvPr/>
        </p:nvCxnSpPr>
        <p:spPr>
          <a:xfrm>
            <a:off x="4802319" y="1363266"/>
            <a:ext cx="775602" cy="0"/>
          </a:xfrm>
          <a:prstGeom prst="line">
            <a:avLst/>
          </a:prstGeom>
          <a:ln w="4445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D9CFA6AE-073A-7364-57B6-2E8FE82A5460}"/>
              </a:ext>
            </a:extLst>
          </p:cNvPr>
          <p:cNvCxnSpPr>
            <a:cxnSpLocks/>
          </p:cNvCxnSpPr>
          <p:nvPr/>
        </p:nvCxnSpPr>
        <p:spPr>
          <a:xfrm>
            <a:off x="4611162" y="1598792"/>
            <a:ext cx="775602" cy="0"/>
          </a:xfrm>
          <a:prstGeom prst="line">
            <a:avLst/>
          </a:prstGeom>
          <a:ln w="4445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D1C66A18-3E19-8DD0-6976-08BC8A9F40D5}"/>
              </a:ext>
            </a:extLst>
          </p:cNvPr>
          <p:cNvCxnSpPr>
            <a:cxnSpLocks/>
          </p:cNvCxnSpPr>
          <p:nvPr/>
        </p:nvCxnSpPr>
        <p:spPr>
          <a:xfrm>
            <a:off x="5037720" y="1751192"/>
            <a:ext cx="775602" cy="0"/>
          </a:xfrm>
          <a:prstGeom prst="line">
            <a:avLst/>
          </a:prstGeom>
          <a:ln w="4445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D87DF333-7E67-AB42-A267-7B8109BA18D9}"/>
              </a:ext>
            </a:extLst>
          </p:cNvPr>
          <p:cNvCxnSpPr>
            <a:cxnSpLocks/>
          </p:cNvCxnSpPr>
          <p:nvPr/>
        </p:nvCxnSpPr>
        <p:spPr>
          <a:xfrm>
            <a:off x="5190120" y="1903592"/>
            <a:ext cx="775602" cy="0"/>
          </a:xfrm>
          <a:prstGeom prst="line">
            <a:avLst/>
          </a:prstGeom>
          <a:ln w="4445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ABEF6B1D-C020-F8DF-FA71-028F4A49D007}"/>
              </a:ext>
            </a:extLst>
          </p:cNvPr>
          <p:cNvCxnSpPr>
            <a:cxnSpLocks/>
          </p:cNvCxnSpPr>
          <p:nvPr/>
        </p:nvCxnSpPr>
        <p:spPr>
          <a:xfrm>
            <a:off x="5730447" y="832173"/>
            <a:ext cx="775602" cy="0"/>
          </a:xfrm>
          <a:prstGeom prst="line">
            <a:avLst/>
          </a:prstGeom>
          <a:ln w="4445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897042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0</Words>
  <Application>Microsoft Macintosh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Poelstra, Jelmer</dc:creator>
  <cp:lastModifiedBy>Poelstra, Jelmer</cp:lastModifiedBy>
  <cp:revision>1</cp:revision>
  <dcterms:created xsi:type="dcterms:W3CDTF">2025-08-27T21:57:42Z</dcterms:created>
  <dcterms:modified xsi:type="dcterms:W3CDTF">2025-08-27T22:16:06Z</dcterms:modified>
</cp:coreProperties>
</file>